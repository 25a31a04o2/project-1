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36" r:id="rId4"/>
  </p:sldMasterIdLst>
  <p:notesMasterIdLst>
    <p:notesMasterId r:id="rId16"/>
  </p:notesMasterIdLst>
  <p:sldIdLst>
    <p:sldId id="256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typeface="Aldhabi" panose="01000000000000000000" pitchFamily="2" charset="-78"/>
      <p:regular r:id="rId17"/>
    </p:embeddedFont>
    <p:embeddedFont>
      <p:font typeface="Algerian" panose="04020705040A02060702" pitchFamily="82" charset="0"/>
      <p:regular r:id="rId18"/>
    </p:embeddedFont>
    <p:embeddedFont>
      <p:font typeface="Brush Script MT" panose="03060802040406070304" pitchFamily="66" charset="0"/>
      <p: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5AE3E-3DB9-4837-8DA9-58230AFA1B05}" v="37" dt="2025-12-12T07:21:45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7D08A-2A0E-4643-ACE9-DABAAA83429D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AFEC-516E-43F9-9E07-80EE7F65B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7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6AFEC-516E-43F9-9E07-80EE7F65BD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40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1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1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0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5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9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8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6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83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74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86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83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87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18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8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7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7787-04F6-8BF3-24CE-E88DF81FD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527" y="227245"/>
            <a:ext cx="9538711" cy="2384213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MINI QUIZ GAME</a:t>
            </a:r>
            <a:endParaRPr lang="en-IN" sz="8800" dirty="0">
              <a:solidFill>
                <a:schemeClr val="accent6">
                  <a:lumMod val="20000"/>
                  <a:lumOff val="8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BA268-1D5D-CA1D-D465-15955B45E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3393" y="7039896"/>
            <a:ext cx="1415845" cy="737419"/>
          </a:xfrm>
        </p:spPr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D2264-DF16-A8E0-B3FE-CCBA2BA3B66F}"/>
              </a:ext>
            </a:extLst>
          </p:cNvPr>
          <p:cNvSpPr txBox="1"/>
          <p:nvPr/>
        </p:nvSpPr>
        <p:spPr>
          <a:xfrm>
            <a:off x="8593393" y="3858768"/>
            <a:ext cx="9281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rush Script MT" panose="03060802040406070304" pitchFamily="66" charset="0"/>
              </a:rPr>
              <a:t>Presented by:</a:t>
            </a:r>
          </a:p>
          <a:p>
            <a:r>
              <a:rPr lang="en-IN" sz="3200" dirty="0">
                <a:latin typeface="Aldhabi" panose="020F0502020204030204" pitchFamily="2" charset="-78"/>
                <a:cs typeface="Aldhabi" panose="020F0502020204030204" pitchFamily="2" charset="-78"/>
              </a:rPr>
              <a:t>T.S.D.P.RISHITA</a:t>
            </a:r>
          </a:p>
          <a:p>
            <a:r>
              <a:rPr lang="en-IN" sz="3200" dirty="0">
                <a:latin typeface="Aldhabi" panose="020F0502020204030204" pitchFamily="2" charset="-78"/>
                <a:cs typeface="Aldhabi" panose="020F0502020204030204" pitchFamily="2" charset="-78"/>
              </a:rPr>
              <a:t>T.CHATURYA</a:t>
            </a:r>
          </a:p>
          <a:p>
            <a:r>
              <a:rPr lang="en-IN" sz="3200" dirty="0">
                <a:latin typeface="Aldhabi" panose="020F0502020204030204" pitchFamily="2" charset="-78"/>
                <a:cs typeface="Aldhabi" panose="020F0502020204030204" pitchFamily="2" charset="-78"/>
              </a:rPr>
              <a:t>M.YUVARAJU</a:t>
            </a:r>
          </a:p>
          <a:p>
            <a:r>
              <a:rPr lang="en-IN" sz="3200" dirty="0">
                <a:latin typeface="Aldhabi" panose="020F0502020204030204" pitchFamily="2" charset="-78"/>
                <a:cs typeface="Aldhabi" panose="020F0502020204030204" pitchFamily="2" charset="-78"/>
              </a:rPr>
              <a:t>M.NIKHIL RAM</a:t>
            </a:r>
            <a:endParaRPr lang="en-IN" sz="32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3796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9434-2ACC-EA8C-153C-03E02FB8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1" y="1219200"/>
            <a:ext cx="10131425" cy="1456267"/>
          </a:xfrm>
        </p:spPr>
        <p:txBody>
          <a:bodyPr/>
          <a:lstStyle/>
          <a:p>
            <a:r>
              <a:rPr lang="en-US" dirty="0"/>
              <a:t>Introduction: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962771-5984-D5BE-4D88-BFBC86A6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Mini Quiz Game developed using 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Runs in console 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Beginner-friendly programming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524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78F6-030B-6D5D-8D6B-033B8518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28" y="1111871"/>
            <a:ext cx="9601196" cy="1303867"/>
          </a:xfrm>
        </p:spPr>
        <p:txBody>
          <a:bodyPr>
            <a:noAutofit/>
          </a:bodyPr>
          <a:lstStyle/>
          <a:p>
            <a:r>
              <a:rPr lang="en-US" sz="4000" dirty="0"/>
              <a:t>DESCRIPTION: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11C35B-446C-AD2F-CCED-C44CBE0DB2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575" y="1989018"/>
            <a:ext cx="859803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This project is a simple mini quiz game developed using the C programming language.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It asks five multiple-choice questions related to general knowledge about India.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The user enters answers using option letters (A, B, C, or D), and the program checks correctness.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At the end, the program displays the total score along with a performance message.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5CBD7-280C-CC27-B6DA-3F9262CF8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720" y="1921694"/>
            <a:ext cx="2449635" cy="30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58722"/>
      </p:ext>
    </p:extLst>
  </p:cSld>
  <p:clrMapOvr>
    <a:masterClrMapping/>
  </p:clrMapOvr>
  <p:transition spd="slow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D9C8-E751-C426-CDCE-6262F1CE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04AC-55DE-4132-DA1B-67E631D10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7301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dirty="0"/>
              <a:t>Develop basic C programming skills</a:t>
            </a:r>
          </a:p>
          <a:p>
            <a:r>
              <a:rPr lang="en-US" sz="3600" dirty="0"/>
              <a:t>Understand user input handling</a:t>
            </a:r>
          </a:p>
          <a:p>
            <a:r>
              <a:rPr lang="en-US" sz="3600" dirty="0"/>
              <a:t>Learn conditional statements</a:t>
            </a:r>
          </a:p>
          <a:p>
            <a:r>
              <a:rPr lang="en-US" sz="3600" dirty="0"/>
              <a:t>Build a simple interactive console application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Wingdings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876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1B99-1293-554F-45E9-D7A16B2F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4" y="296334"/>
            <a:ext cx="10396882" cy="115196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Technologies used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EE56E-34FA-D355-A4DA-93FD38FDE2DA}"/>
              </a:ext>
            </a:extLst>
          </p:cNvPr>
          <p:cNvSpPr txBox="1"/>
          <p:nvPr/>
        </p:nvSpPr>
        <p:spPr>
          <a:xfrm>
            <a:off x="296334" y="1448299"/>
            <a:ext cx="9804401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C Programming Language</a:t>
            </a: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 Standard Input/Output (</a:t>
            </a:r>
            <a:r>
              <a:rPr lang="en-US" sz="3600" dirty="0" err="1">
                <a:latin typeface="Calibri"/>
                <a:ea typeface="Calibri"/>
                <a:cs typeface="Calibri"/>
              </a:rPr>
              <a:t>stdio.h</a:t>
            </a:r>
            <a:r>
              <a:rPr lang="en-US" sz="3600" dirty="0">
                <a:latin typeface="Calibri"/>
                <a:ea typeface="Calibri"/>
                <a:cs typeface="Calibri"/>
              </a:rPr>
              <a:t>)</a:t>
            </a:r>
          </a:p>
          <a:p>
            <a:pPr marL="571500" indent="-5715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 Command Line Interface</a:t>
            </a:r>
          </a:p>
          <a:p>
            <a:pPr>
              <a:buClr>
                <a:srgbClr val="C00000"/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5098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9905-3E51-B870-2216-DC688F98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60C9-0347-A637-689F-60D69567D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20" y="1901825"/>
            <a:ext cx="102338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5 interactive multiple-choice questions.</a:t>
            </a:r>
          </a:p>
          <a:p>
            <a:r>
              <a:rPr lang="en-US" sz="4000" dirty="0"/>
              <a:t>Accepts uppercase and lowercase answers.</a:t>
            </a:r>
          </a:p>
          <a:p>
            <a:r>
              <a:rPr lang="en-US" sz="4000" dirty="0"/>
              <a:t>Tracks score for correct answers.</a:t>
            </a:r>
          </a:p>
          <a:p>
            <a:r>
              <a:rPr lang="en-US" sz="4000" dirty="0"/>
              <a:t>Displays final score with feedback.</a:t>
            </a:r>
          </a:p>
          <a:p>
            <a:pPr>
              <a:buFont typeface="Wingdings" charset="2"/>
              <a:buChar char="q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44832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C5F9-0BA5-19AF-51F6-07853AC5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CAAFF-96A6-FBA4-479F-CB875E206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4000" b="1" dirty="0"/>
              <a:t>Variables:</a:t>
            </a:r>
            <a:r>
              <a:rPr lang="en-US" sz="4000" dirty="0"/>
              <a:t> </a:t>
            </a:r>
            <a:r>
              <a:rPr lang="en-US" sz="2600" dirty="0"/>
              <a:t>int score</a:t>
            </a:r>
            <a:r>
              <a:rPr lang="en-US" sz="5200" dirty="0"/>
              <a:t> </a:t>
            </a:r>
            <a:r>
              <a:rPr lang="en-US" sz="4000" dirty="0"/>
              <a:t>for tracking score, </a:t>
            </a:r>
            <a:r>
              <a:rPr lang="en-US" sz="2600" dirty="0"/>
              <a:t>char answer</a:t>
            </a:r>
            <a:r>
              <a:rPr lang="en-US" sz="5700" dirty="0"/>
              <a:t> </a:t>
            </a:r>
            <a:r>
              <a:rPr lang="en-US" sz="4000" dirty="0"/>
              <a:t>for user input.</a:t>
            </a:r>
          </a:p>
          <a:p>
            <a:r>
              <a:rPr lang="en-US" sz="4000" b="1" dirty="0"/>
              <a:t>Input/Output</a:t>
            </a:r>
            <a:r>
              <a:rPr lang="en-US" sz="5200" b="1" dirty="0"/>
              <a:t>:</a:t>
            </a:r>
            <a:r>
              <a:rPr lang="en-US" sz="5200" dirty="0"/>
              <a:t> </a:t>
            </a:r>
            <a:r>
              <a:rPr lang="en-US" sz="2400" dirty="0" err="1"/>
              <a:t>printf</a:t>
            </a:r>
            <a:r>
              <a:rPr lang="en-US" sz="2400" dirty="0"/>
              <a:t>()</a:t>
            </a:r>
            <a:r>
              <a:rPr lang="en-US" sz="5200" dirty="0"/>
              <a:t> </a:t>
            </a:r>
            <a:r>
              <a:rPr lang="en-US" sz="4000" dirty="0"/>
              <a:t>displays questions</a:t>
            </a:r>
            <a:r>
              <a:rPr lang="en-US" sz="3800" dirty="0"/>
              <a:t>;</a:t>
            </a:r>
            <a:r>
              <a:rPr lang="en-US" sz="5200" dirty="0"/>
              <a:t> </a:t>
            </a:r>
            <a:r>
              <a:rPr lang="en-US" sz="2400" dirty="0" err="1"/>
              <a:t>scanf</a:t>
            </a:r>
            <a:r>
              <a:rPr lang="en-US" sz="2400" dirty="0"/>
              <a:t>()</a:t>
            </a:r>
            <a:r>
              <a:rPr lang="en-US" sz="5200" dirty="0"/>
              <a:t> </a:t>
            </a:r>
            <a:r>
              <a:rPr lang="en-US" sz="4000" dirty="0"/>
              <a:t>reads answers.</a:t>
            </a:r>
          </a:p>
          <a:p>
            <a:r>
              <a:rPr lang="en-US" sz="4000" b="1" dirty="0"/>
              <a:t>Logic:</a:t>
            </a:r>
            <a:r>
              <a:rPr lang="en-US" sz="4000" dirty="0"/>
              <a:t> </a:t>
            </a:r>
            <a:r>
              <a:rPr lang="en-US" sz="2600" dirty="0"/>
              <a:t>if</a:t>
            </a:r>
            <a:r>
              <a:rPr lang="en-US" sz="4000" dirty="0"/>
              <a:t> statements check answers and update score (case-insensitive).</a:t>
            </a:r>
          </a:p>
          <a:p>
            <a:r>
              <a:rPr lang="en-US" sz="4000" b="1" dirty="0"/>
              <a:t>Output:</a:t>
            </a:r>
            <a:r>
              <a:rPr lang="en-US" sz="4000" dirty="0"/>
              <a:t> Displays final score and feedback based on performance.</a:t>
            </a:r>
          </a:p>
          <a:p>
            <a:pPr>
              <a:buFont typeface="Wingdings" charset="2"/>
              <a:buChar char="q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29114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5F29-1189-D492-A3BB-07A9CEE6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04D3-F46B-2FB4-2AEA-89864B39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Capital of India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 Father of the Nation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 National Bird of India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 Independence Year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Calibri"/>
                <a:ea typeface="Calibri"/>
                <a:cs typeface="Calibri"/>
              </a:rPr>
              <a:t> National Anthem Writer</a:t>
            </a:r>
            <a:endParaRPr lang="en-US" sz="3600" dirty="0"/>
          </a:p>
          <a:p>
            <a:pPr>
              <a:buFont typeface="Wingdings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6994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1B0F-32C9-5368-3EF8-6E52A737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82F98-2E5E-D96C-3891-C22950284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4" y="1896534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Displays total score out of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Shows performance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Example: Excellent, Good, Try Again</a:t>
            </a:r>
            <a:endParaRPr lang="en-US" dirty="0"/>
          </a:p>
          <a:p>
            <a:pPr>
              <a:buFont typeface="Wingdings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68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8DD3-3390-D06F-0BDF-80C2EF1C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D7089-E083-E9CB-89BD-90215D10C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5" y="1845734"/>
            <a:ext cx="10131425" cy="36491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Simple yet effective C programming project</a:t>
            </a:r>
          </a:p>
          <a:p>
            <a:r>
              <a:rPr lang="en-US" sz="3200" dirty="0"/>
              <a:t>Demonstrates fundamentals of interactive programming</a:t>
            </a:r>
          </a:p>
          <a:p>
            <a:r>
              <a:rPr lang="en-US" sz="3200" dirty="0"/>
              <a:t>Good for beginners learning logic &amp; conditions</a:t>
            </a:r>
          </a:p>
          <a:p>
            <a:pPr>
              <a:buFont typeface="Wingdings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544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5861-98B3-1A96-A748-B57A3362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719" y="2234214"/>
            <a:ext cx="8862483" cy="2693383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Algerian" panose="04020705040A02060702" pitchFamily="82" charset="0"/>
              </a:rPr>
              <a:t>    </a:t>
            </a:r>
            <a:r>
              <a:rPr lang="en-US" sz="107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THANKYOU </a:t>
            </a:r>
            <a:endParaRPr lang="en-US" sz="8000" dirty="0">
              <a:latin typeface="Algerian" panose="04020705040A02060702" pitchFamily="8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5145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aa4048-c9c6-4c47-96b3-20bff02eea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35B0DC78564F4B82DD69BBEBAF973E" ma:contentTypeVersion="5" ma:contentTypeDescription="Create a new document." ma:contentTypeScope="" ma:versionID="f3aa33b59589672735ae2de658607c82">
  <xsd:schema xmlns:xsd="http://www.w3.org/2001/XMLSchema" xmlns:xs="http://www.w3.org/2001/XMLSchema" xmlns:p="http://schemas.microsoft.com/office/2006/metadata/properties" xmlns:ns3="9caa4048-c9c6-4c47-96b3-20bff02eeac6" targetNamespace="http://schemas.microsoft.com/office/2006/metadata/properties" ma:root="true" ma:fieldsID="cdc639022485615b3a4eff3c8ba8cfe4" ns3:_="">
    <xsd:import namespace="9caa4048-c9c6-4c47-96b3-20bff02eea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a4048-c9c6-4c47-96b3-20bff02eea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D26BA0-1106-46D6-9B0F-72841DBBC65F}">
  <ds:schemaRefs>
    <ds:schemaRef ds:uri="http://purl.org/dc/elements/1.1/"/>
    <ds:schemaRef ds:uri="http://schemas.microsoft.com/office/2006/documentManagement/types"/>
    <ds:schemaRef ds:uri="http://purl.org/dc/dcmitype/"/>
    <ds:schemaRef ds:uri="9caa4048-c9c6-4c47-96b3-20bff02eeac6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E6D6EFB-40AE-42BE-B2F3-6A34564073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58CF2-3B57-4D62-A979-4DE08AD4D9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a4048-c9c6-4c47-96b3-20bff02ee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147</TotalTime>
  <Words>289</Words>
  <Application>Microsoft Office PowerPoint</Application>
  <PresentationFormat>Widescreen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Aptos</vt:lpstr>
      <vt:lpstr>Algerian</vt:lpstr>
      <vt:lpstr>Arial</vt:lpstr>
      <vt:lpstr>Brush Script MT</vt:lpstr>
      <vt:lpstr>Calibri Light</vt:lpstr>
      <vt:lpstr>Aldhabi</vt:lpstr>
      <vt:lpstr>Wingdings</vt:lpstr>
      <vt:lpstr>Celestial</vt:lpstr>
      <vt:lpstr>MINI QUIZ GAME</vt:lpstr>
      <vt:lpstr>Introduction:</vt:lpstr>
      <vt:lpstr>DESCRIPTION: </vt:lpstr>
      <vt:lpstr>Objectives</vt:lpstr>
      <vt:lpstr>Technologies used</vt:lpstr>
      <vt:lpstr>Program Features</vt:lpstr>
      <vt:lpstr>Code Overview</vt:lpstr>
      <vt:lpstr>Sample Questions</vt:lpstr>
      <vt:lpstr>Program Output</vt:lpstr>
      <vt:lpstr>Conclusion</vt:lpstr>
      <vt:lpstr>    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sowmyadeepika rayudu</dc:creator>
  <cp:lastModifiedBy>25B11AI397</cp:lastModifiedBy>
  <cp:revision>4</cp:revision>
  <dcterms:created xsi:type="dcterms:W3CDTF">2025-12-10T04:47:50Z</dcterms:created>
  <dcterms:modified xsi:type="dcterms:W3CDTF">2025-12-13T09:31:48Z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0x010100B435B0DC78564F4B82DD69BBEBAF973E</vt:lpwstr>
  </property>
</Properties>
</file>